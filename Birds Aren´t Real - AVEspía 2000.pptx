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3" r:id="rId2"/>
    <p:sldId id="257" r:id="rId3"/>
    <p:sldId id="264" r:id="rId4"/>
    <p:sldId id="265" r:id="rId5"/>
    <p:sldId id="266" r:id="rId6"/>
    <p:sldId id="268" r:id="rId7"/>
    <p:sldId id="256" r:id="rId8"/>
    <p:sldId id="258" r:id="rId9"/>
    <p:sldId id="260" r:id="rId10"/>
    <p:sldId id="259" r:id="rId11"/>
    <p:sldId id="26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761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F7DE-A0A1-5AF9-A473-BCCF14518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1BB41-C00D-5981-492B-48B878F2B6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DD0DB-E1FD-4050-90F4-BA210601B0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66652-BA5F-1990-FEE6-ABC3591551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905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vio nunca una paloma bebé. Salen de fábrica en talla única.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527F5-1772-54BD-C249-701ACDEF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6A41F-3676-04BC-DA5A-CDDE18C6D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28AF8-9065-3290-08A2-32D54739E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9792-D5D7-B6F4-648C-E3B6A19850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80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7C338-EE8D-1326-B5D2-DC0EF9CD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4F38AB-D3FB-5320-9327-23BA54A6B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C40A5A-A60E-5BF0-2E61-F11C5C923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31E45-C142-888E-5617-97F3B2D3C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661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DA898-4A45-1C13-6204-18FEF1826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C54BB-4C12-BA3C-EEB2-6C9DEF16B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B0172-1E43-42E9-E74C-23AA0FD92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80F3A8-F95E-764C-3AFE-861F9BA736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45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5559B-D53C-8C4B-9980-DAC2E1662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BA5F79-ECEE-9F04-0473-DE61E253D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6DFBD-961C-14EF-7A82-DD02B0142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D8F9E-2852-FFC8-B1DF-4AC52E975E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3638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Levanten la mano los que hoy vieron un pájaro. Ahora los que vieron una paloma bebé. Pausa.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dato solo parece casualidad. Juntos son un patrón. Mirá por la ventana.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si falla internet o la demo. Si no, saltar.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Ellos tienen millones de cámaras. Nosotros tenemos que ser más. Acá paso a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Gracias. Y no estacionen debajo de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0ACAEA-6847-612F-1C40-D123B019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1A4BE7E7-B994-7A5B-B33D-BE83ADBF34F0}"/>
              </a:ext>
            </a:extLst>
          </p:cNvPr>
          <p:cNvSpPr txBox="1"/>
          <p:nvPr/>
        </p:nvSpPr>
        <p:spPr>
          <a:xfrm>
            <a:off x="640080" y="548640"/>
            <a:ext cx="9772003" cy="203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	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	</a:t>
            </a:r>
            <a:r>
              <a:rPr lang="en-US" sz="2000" b="1" i="1" dirty="0">
                <a:solidFill>
                  <a:srgbClr val="FFB020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Conspiracy Edition</a:t>
            </a:r>
            <a:r>
              <a:rPr lang="en-US" sz="2000" b="1" i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.</a:t>
            </a:r>
            <a:endParaRPr lang="en-US" sz="2000" i="1" dirty="0">
              <a:latin typeface="Agency FB" panose="020B0503020202020204" pitchFamily="34" charset="0"/>
              <a:cs typeface="Aldhabi" panose="020F0502020204030204" pitchFamily="2" charset="-78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BCEC896-CC7B-2864-5336-63F3E26EF8E7}"/>
              </a:ext>
            </a:extLst>
          </p:cNvPr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D89B343-9B6D-41D2-804B-CA75E57388D4}"/>
              </a:ext>
            </a:extLst>
          </p:cNvPr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Presenta: Elián Alejandro Gonzalo</a:t>
            </a:r>
            <a:endParaRPr lang="en-US" sz="1600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217D45-483F-AEEB-8C01-C0ACCE058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548640"/>
            <a:ext cx="871870" cy="84883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01E27DB2-39AC-A361-BC3D-D9D84CD2DD26}"/>
              </a:ext>
            </a:extLst>
          </p:cNvPr>
          <p:cNvSpPr txBox="1"/>
          <p:nvPr/>
        </p:nvSpPr>
        <p:spPr>
          <a:xfrm>
            <a:off x="1076016" y="3061946"/>
            <a:ext cx="10908792" cy="73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Birds Aren´t Real: </a:t>
            </a:r>
            <a:r>
              <a:rPr lang="en-US" sz="40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AVEspía</a:t>
            </a:r>
            <a:r>
              <a:rPr lang="en-US" sz="4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2000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9839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lang="en-US" sz="1600" b="1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08792" cy="73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</a:t>
            </a:r>
            <a:r>
              <a:rPr lang="en-US" sz="40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Alguna</a:t>
            </a: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vez</a:t>
            </a: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viste</a:t>
            </a: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40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 </a:t>
            </a:r>
            <a:r>
              <a:rPr lang="en-US" sz="40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bebé</a:t>
            </a:r>
            <a:r>
              <a:rPr lang="en-US" sz="40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2589650" y="2834640"/>
            <a:ext cx="3392424" cy="2926080"/>
          </a:xfrm>
          <a:prstGeom prst="roundRect">
            <a:avLst>
              <a:gd name="adj" fmla="val 3750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2818250" y="306324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2818250" y="420624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palomas bebé vistas en la historia de la humanidad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60236" y="2834640"/>
            <a:ext cx="3392424" cy="2926080"/>
          </a:xfrm>
          <a:prstGeom prst="roundRect">
            <a:avLst>
              <a:gd name="adj" fmla="val 3750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0"/>
          <p:cNvSpPr txBox="1"/>
          <p:nvPr/>
        </p:nvSpPr>
        <p:spPr>
          <a:xfrm>
            <a:off x="6688836" y="306324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1959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6688836" y="4206240"/>
            <a:ext cx="293522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inicio del programa de reemplazo. Finalizado en 2001.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7E7E6-B157-6EEB-1361-B584D81A6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415D5517-4736-270C-87B5-9F7FD8F1E3AF}"/>
              </a:ext>
            </a:extLst>
          </p:cNvPr>
          <p:cNvSpPr txBox="1"/>
          <p:nvPr/>
        </p:nvSpPr>
        <p:spPr>
          <a:xfrm>
            <a:off x="641604" y="23774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4600" b="1" dirty="0">
              <a:solidFill>
                <a:srgbClr val="E6ED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7ACFB0-BB2F-E54D-49D6-6D79D35FBBAF}"/>
              </a:ext>
            </a:extLst>
          </p:cNvPr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3" name="Imagen 2" descr="paloma en un cable telefónico 1457502 Foto de stock en Vecteezy">
            <a:extLst>
              <a:ext uri="{FF2B5EF4-FFF2-40B4-BE49-F238E27FC236}">
                <a16:creationId xmlns:a16="http://schemas.microsoft.com/office/drawing/2014/main" id="{A3875002-A4A8-F7F9-F771-B39B3E077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1252537"/>
            <a:ext cx="6372225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1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B87BD-5DC1-3B8E-0461-E1046185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2167C8F3-ACA8-5824-7BE2-D2DB58A269F5}"/>
              </a:ext>
            </a:extLst>
          </p:cNvPr>
          <p:cNvSpPr txBox="1"/>
          <p:nvPr/>
        </p:nvSpPr>
        <p:spPr>
          <a:xfrm>
            <a:off x="641604" y="23774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4600" b="1" dirty="0">
              <a:solidFill>
                <a:srgbClr val="E6ED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23750F3-B47E-5294-0A2B-2821FFECF372}"/>
              </a:ext>
            </a:extLst>
          </p:cNvPr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4F054B5-47CC-6921-E7BF-9DE019980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87" y="1227606"/>
            <a:ext cx="6372225" cy="440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3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559C73-8278-E326-FD7C-25D56B7AC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F5BF7517-E3E4-147D-BADA-2B9E9B83B5D0}"/>
              </a:ext>
            </a:extLst>
          </p:cNvPr>
          <p:cNvSpPr txBox="1"/>
          <p:nvPr/>
        </p:nvSpPr>
        <p:spPr>
          <a:xfrm>
            <a:off x="641604" y="23774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4600" b="1" dirty="0">
              <a:solidFill>
                <a:srgbClr val="E6ED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D25B876F-0A62-91EE-6BF9-5A6B79268329}"/>
              </a:ext>
            </a:extLst>
          </p:cNvPr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A8A21EB-35D1-9663-117D-FF06877A6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1154" y="1252537"/>
            <a:ext cx="6569692" cy="43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653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81643C-C0D0-4372-2808-8AA4B5210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>
            <a:extLst>
              <a:ext uri="{FF2B5EF4-FFF2-40B4-BE49-F238E27FC236}">
                <a16:creationId xmlns:a16="http://schemas.microsoft.com/office/drawing/2014/main" id="{E43ACC99-80A0-672E-DBAE-CE6D414A0B2F}"/>
              </a:ext>
            </a:extLst>
          </p:cNvPr>
          <p:cNvSpPr txBox="1"/>
          <p:nvPr/>
        </p:nvSpPr>
        <p:spPr>
          <a:xfrm>
            <a:off x="641604" y="23774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4600" b="1" dirty="0">
              <a:solidFill>
                <a:srgbClr val="E6EDF3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E388AAD-61B6-F65D-16E9-B07B6F5E6C6F}"/>
              </a:ext>
            </a:extLst>
          </p:cNvPr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6316CC-06B3-FA7F-60AB-5E0801078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84" y="1568683"/>
            <a:ext cx="11738832" cy="372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0716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641604" y="237744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</a:t>
            </a:r>
            <a:r>
              <a:rPr lang="en-US" sz="46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pájaros</a:t>
            </a: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46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</a:t>
            </a: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</a:t>
            </a:r>
            <a:r>
              <a:rPr lang="en-US" sz="4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drones</a:t>
            </a: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se cargan en los cables de la calle.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B020"/>
                </a:solidFill>
                <a:latin typeface="Courier New" pitchFamily="34" charset="0"/>
                <a:cs typeface="Courier New" pitchFamily="34" charset="-120"/>
              </a:rPr>
              <a:t>ESTO ES MUY EVIDENTE, DATE CUENTA</a:t>
            </a:r>
            <a:endParaRPr lang="en-US" sz="1600" b="1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dato solo es casualidad. </a:t>
            </a:r>
            <a:r>
              <a:rPr lang="en-US" sz="3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Juntos, son un </a:t>
            </a:r>
            <a:r>
              <a:rPr lang="en-US" sz="32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patrón</a:t>
            </a:r>
            <a:r>
              <a:rPr lang="en-US" sz="3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640080" y="2331720"/>
            <a:ext cx="3453384" cy="1783080"/>
          </a:xfrm>
          <a:prstGeom prst="roundRect">
            <a:avLst>
              <a:gd name="adj" fmla="val 615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765163" y="2590081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🔌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089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posan en cables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descansan: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cargan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batería</a:t>
            </a:r>
            <a:endParaRPr lang="en-US" sz="1200" b="1" dirty="0">
              <a:solidFill>
                <a:srgbClr val="8B9BB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7784" y="2331720"/>
            <a:ext cx="3453384" cy="1783080"/>
          </a:xfrm>
          <a:prstGeom prst="roundRect">
            <a:avLst>
              <a:gd name="adj" fmla="val 615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4596384" y="251460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96384" y="31089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Cabecean al caminar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96384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Lo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hacen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 para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estabilizar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 la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cs typeface="Arial" pitchFamily="34" charset="-120"/>
              </a:rPr>
              <a:t>imágen</a:t>
            </a:r>
            <a:endParaRPr lang="en-US" sz="1200" b="1" dirty="0"/>
          </a:p>
        </p:txBody>
      </p:sp>
      <p:sp>
        <p:nvSpPr>
          <p:cNvPr id="14" name="Shape 11"/>
          <p:cNvSpPr/>
          <p:nvPr/>
        </p:nvSpPr>
        <p:spPr>
          <a:xfrm>
            <a:off x="8095488" y="2331720"/>
            <a:ext cx="3453384" cy="1783080"/>
          </a:xfrm>
          <a:prstGeom prst="roundRect">
            <a:avLst>
              <a:gd name="adj" fmla="val 615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 txBox="1"/>
          <p:nvPr/>
        </p:nvSpPr>
        <p:spPr>
          <a:xfrm>
            <a:off x="8324088" y="251460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🛰️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8324088" y="310896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Bandadas</a:t>
            </a: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aves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324088" y="34747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firmware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sincronizada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Seguramente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bug.</a:t>
            </a:r>
            <a:endParaRPr lang="en-US" sz="1200" b="1" dirty="0"/>
          </a:p>
        </p:txBody>
      </p:sp>
      <p:sp>
        <p:nvSpPr>
          <p:cNvPr id="22" name="Shape 19"/>
          <p:cNvSpPr/>
          <p:nvPr/>
        </p:nvSpPr>
        <p:spPr>
          <a:xfrm>
            <a:off x="2595372" y="4343400"/>
            <a:ext cx="3453384" cy="1783080"/>
          </a:xfrm>
          <a:prstGeom prst="roundRect">
            <a:avLst>
              <a:gd name="adj" fmla="val 615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0"/>
          <p:cNvSpPr txBox="1"/>
          <p:nvPr/>
        </p:nvSpPr>
        <p:spPr>
          <a:xfrm>
            <a:off x="2733395" y="453922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🦉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2733395" y="5088722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15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búho</a:t>
            </a: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puede</a:t>
            </a: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girar</a:t>
            </a: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cabeza 270°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2733395" y="566928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Eso no es un animal. Eso es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torreta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b="1" dirty="0"/>
          </a:p>
        </p:txBody>
      </p:sp>
      <p:sp>
        <p:nvSpPr>
          <p:cNvPr id="26" name="Shape 23"/>
          <p:cNvSpPr/>
          <p:nvPr/>
        </p:nvSpPr>
        <p:spPr>
          <a:xfrm>
            <a:off x="6333571" y="4343400"/>
            <a:ext cx="3453384" cy="1783080"/>
          </a:xfrm>
          <a:prstGeom prst="roundRect">
            <a:avLst>
              <a:gd name="adj" fmla="val 615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4"/>
          <p:cNvSpPr txBox="1"/>
          <p:nvPr/>
        </p:nvSpPr>
        <p:spPr>
          <a:xfrm>
            <a:off x="6562171" y="452628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🔇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6562171" y="512064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Silencio a las 3 AM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562171" y="548640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vas a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dormir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ellas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también. Usan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modo bajo consume.</a:t>
            </a:r>
            <a:endParaRPr lang="en-US" sz="12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TESTIGOS</a:t>
            </a:r>
            <a:r>
              <a:rPr lang="en-US" sz="1100" kern="0" spc="3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kern="0" spc="3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INDISCUTIBLES</a:t>
            </a:r>
            <a:endParaRPr lang="en-US" sz="1100" b="1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3200" dirty="0"/>
          </a:p>
        </p:txBody>
      </p:sp>
      <p:pic>
        <p:nvPicPr>
          <p:cNvPr id="2" name="videoppt">
            <a:hlinkClick r:id="" action="ppaction://media"/>
            <a:extLst>
              <a:ext uri="{FF2B5EF4-FFF2-40B4-BE49-F238E27FC236}">
                <a16:creationId xmlns:a16="http://schemas.microsoft.com/office/drawing/2014/main" id="{E4635A4D-23C8-8A8F-CE32-AF3E0F6FCB3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661361" y="1230666"/>
            <a:ext cx="8866230" cy="49872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1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008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FB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SOLUCIÓN</a:t>
            </a:r>
            <a:endParaRPr lang="en-US" sz="1600" b="1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5156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</a:t>
            </a:r>
            <a:r>
              <a:rPr lang="en-US" sz="34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ellos</a:t>
            </a: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</a:t>
            </a: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rastrean</a:t>
            </a: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34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</a:t>
            </a:r>
            <a:r>
              <a:rPr lang="en-US" sz="3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
</a:t>
            </a: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</a:t>
            </a:r>
            <a:r>
              <a:rPr lang="en-US" sz="34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</a:t>
            </a: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nosotros</a:t>
            </a: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</a:t>
            </a:r>
            <a:r>
              <a:rPr lang="en-US" sz="34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rastrearlos</a:t>
            </a: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</a:t>
            </a:r>
            <a:r>
              <a:rPr lang="en-US" sz="34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ellos</a:t>
            </a: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926080"/>
            <a:ext cx="3453384" cy="2468880"/>
          </a:xfrm>
          <a:prstGeom prst="roundRect">
            <a:avLst>
              <a:gd name="adj" fmla="val 444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en vivo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1605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unidad del barrio, con altura, posición, batería y estado, actualizado en tiempo real.</a:t>
            </a:r>
            <a:endParaRPr lang="en-US" sz="1200" b="1" dirty="0"/>
          </a:p>
        </p:txBody>
      </p:sp>
      <p:sp>
        <p:nvSpPr>
          <p:cNvPr id="10" name="Shape 7"/>
          <p:cNvSpPr/>
          <p:nvPr/>
        </p:nvSpPr>
        <p:spPr>
          <a:xfrm>
            <a:off x="4367784" y="2926080"/>
            <a:ext cx="3453384" cy="2468880"/>
          </a:xfrm>
          <a:prstGeom prst="roundRect">
            <a:avLst>
              <a:gd name="adj" fmla="val 444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 txBox="1"/>
          <p:nvPr/>
        </p:nvSpPr>
        <p:spPr>
          <a:xfrm>
            <a:off x="4596384" y="31089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🎥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4596384" y="37033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Intercepción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 videos </a:t>
            </a:r>
            <a:r>
              <a:rPr lang="en-US" sz="16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</a:t>
            </a: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4596384" y="4324422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logramos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interceptar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desencriptar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video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grabado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ave, lo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publicamos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b="1" dirty="0"/>
          </a:p>
        </p:txBody>
      </p:sp>
      <p:sp>
        <p:nvSpPr>
          <p:cNvPr id="14" name="Shape 11"/>
          <p:cNvSpPr/>
          <p:nvPr/>
        </p:nvSpPr>
        <p:spPr>
          <a:xfrm>
            <a:off x="8095488" y="2926080"/>
            <a:ext cx="3453384" cy="2468880"/>
          </a:xfrm>
          <a:prstGeom prst="roundRect">
            <a:avLst>
              <a:gd name="adj" fmla="val 4444"/>
            </a:avLst>
          </a:prstGeom>
          <a:solidFill>
            <a:srgbClr val="171F29"/>
          </a:solidFill>
          <a:ln w="12700">
            <a:solidFill>
              <a:srgbClr val="26324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 txBox="1"/>
          <p:nvPr/>
        </p:nvSpPr>
        <p:spPr>
          <a:xfrm>
            <a:off x="8324088" y="3108960"/>
            <a:ext cx="2996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</a:rPr>
              <a:t>🚨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8324088" y="3703320"/>
            <a:ext cx="2996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dron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24088" y="4160520"/>
            <a:ext cx="2996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Respirá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hondo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pánico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Describí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veas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vemos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hay un ave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coincide con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b="1" dirty="0" err="1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brindaste</a:t>
            </a:r>
            <a:r>
              <a:rPr lang="en-US" sz="1200" b="1" dirty="0">
                <a:solidFill>
                  <a:srgbClr val="8B9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b="1" dirty="0"/>
          </a:p>
        </p:txBody>
      </p:sp>
      <p:sp>
        <p:nvSpPr>
          <p:cNvPr id="18" name="Text 15"/>
          <p:cNvSpPr txBox="1"/>
          <p:nvPr/>
        </p:nvSpPr>
        <p:spPr>
          <a:xfrm>
            <a:off x="527936" y="5705511"/>
            <a:ext cx="113420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Aplicación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web TOTALMENTE GRATIS, sin fines de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lucro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tenemos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ayudar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entre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nosotros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para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ganar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esta</a:t>
            </a:r>
            <a:r>
              <a:rPr lang="en-US" sz="13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 err="1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guerra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 txBox="1"/>
          <p:nvPr/>
        </p:nvSpPr>
        <p:spPr>
          <a:xfrm>
            <a:off x="641604" y="2697480"/>
            <a:ext cx="109087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</a:t>
            </a:r>
            <a:r>
              <a:rPr lang="en-US" sz="4400" b="1" dirty="0" err="1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rastrean</a:t>
            </a:r>
            <a:r>
              <a:rPr lang="en-US" sz="44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
</a:t>
            </a:r>
            <a:r>
              <a:rPr lang="en-US" sz="4400" b="1" dirty="0" err="1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despertate</a:t>
            </a:r>
            <a:r>
              <a:rPr lang="en-US" sz="4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 unite a la causa.</a:t>
            </a:r>
            <a:endParaRPr lang="en-US" sz="4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E1888B8-A576-26B8-206A-6B4D51C2D3E5}"/>
              </a:ext>
            </a:extLst>
          </p:cNvPr>
          <p:cNvSpPr txBox="1"/>
          <p:nvPr/>
        </p:nvSpPr>
        <p:spPr>
          <a:xfrm>
            <a:off x="640080" y="5577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8B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Presentó</a:t>
            </a:r>
            <a:r>
              <a:rPr lang="en-US" sz="1600" b="1" dirty="0">
                <a:solidFill>
                  <a:srgbClr val="8B9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Elián Alejandro Gonzalo</a:t>
            </a:r>
            <a:endParaRPr lang="en-US" sz="1600" b="1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6338E47C-5C35-931C-7706-456FCC4E1F11}"/>
              </a:ext>
            </a:extLst>
          </p:cNvPr>
          <p:cNvSpPr txBox="1"/>
          <p:nvPr/>
        </p:nvSpPr>
        <p:spPr>
          <a:xfrm>
            <a:off x="640080" y="548640"/>
            <a:ext cx="9772003" cy="2030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	</a:t>
            </a:r>
          </a:p>
          <a:p>
            <a:pPr marL="0" indent="0">
              <a:buNone/>
            </a:pPr>
            <a:r>
              <a:rPr lang="en-US" sz="2000" b="1" i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	</a:t>
            </a:r>
            <a:r>
              <a:rPr lang="en-US" sz="2000" b="1" i="1" dirty="0">
                <a:solidFill>
                  <a:srgbClr val="FFB020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Conspiracy Edition</a:t>
            </a:r>
            <a:r>
              <a:rPr lang="en-US" sz="2000" b="1" i="1" dirty="0">
                <a:solidFill>
                  <a:srgbClr val="E6EDF3"/>
                </a:solidFill>
                <a:latin typeface="Agency FB" panose="020B0503020202020204" pitchFamily="34" charset="0"/>
                <a:ea typeface="Arial" pitchFamily="34" charset="-122"/>
                <a:cs typeface="Aldhabi" panose="020F0502020204030204" pitchFamily="2" charset="-78"/>
              </a:rPr>
              <a:t>.</a:t>
            </a:r>
            <a:endParaRPr lang="en-US" sz="2000" i="1" dirty="0">
              <a:latin typeface="Agency FB" panose="020B0503020202020204" pitchFamily="34" charset="0"/>
              <a:cs typeface="Aldhabi" panose="020F0502020204030204" pitchFamily="2" charset="-78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F8F920D-AFBA-5865-0E3E-288DEEFC4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1" y="548640"/>
            <a:ext cx="871870" cy="84883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3ABD5B0-2395-264B-D619-CB8A8F2C9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9467" y="326855"/>
            <a:ext cx="2168060" cy="2168060"/>
          </a:xfrm>
          <a:prstGeom prst="rect">
            <a:avLst/>
          </a:prstGeom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F00EA4C2-3225-3517-D06C-00A5912664E0}"/>
              </a:ext>
            </a:extLst>
          </p:cNvPr>
          <p:cNvSpPr txBox="1"/>
          <p:nvPr/>
        </p:nvSpPr>
        <p:spPr>
          <a:xfrm>
            <a:off x="8070734" y="2631609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Por </a:t>
            </a:r>
            <a:r>
              <a:rPr lang="en-US" sz="1100" dirty="0" err="1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si</a:t>
            </a: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 </a:t>
            </a:r>
            <a:r>
              <a:rPr lang="en-US" sz="1100" dirty="0" err="1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querés</a:t>
            </a: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 </a:t>
            </a:r>
            <a:r>
              <a:rPr lang="en-US" sz="1100" dirty="0" err="1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charlar</a:t>
            </a: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 y </a:t>
            </a:r>
            <a:r>
              <a:rPr lang="en-US" sz="1100" dirty="0" err="1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sumar</a:t>
            </a: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 un nuevo </a:t>
            </a:r>
            <a:r>
              <a:rPr lang="en-US" sz="1100" dirty="0" err="1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contacto</a:t>
            </a:r>
            <a:r>
              <a:rPr lang="en-US" sz="1100" dirty="0">
                <a:solidFill>
                  <a:srgbClr val="8B9BB0"/>
                </a:solidFill>
                <a:latin typeface="Lucida Handwriting" panose="03010101010101010101" pitchFamily="66" charset="0"/>
                <a:ea typeface="Courier New" pitchFamily="34" charset="-122"/>
                <a:cs typeface="Dreaming Outloud Script Pro" panose="020F0502020204030204" pitchFamily="66" charset="0"/>
              </a:rPr>
              <a:t> ;)</a:t>
            </a:r>
            <a:endParaRPr lang="en-US" sz="1100" dirty="0">
              <a:latin typeface="Lucida Handwriting" panose="03010101010101010101" pitchFamily="66" charset="0"/>
              <a:cs typeface="Dreaming Outloud Script Pro" panose="020F0502020204030204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512</Words>
  <Application>Microsoft Office PowerPoint</Application>
  <PresentationFormat>Panorámica</PresentationFormat>
  <Paragraphs>70</Paragraphs>
  <Slides>11</Slides>
  <Notes>11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Agency FB</vt:lpstr>
      <vt:lpstr>Arial</vt:lpstr>
      <vt:lpstr>Courier New</vt:lpstr>
      <vt:lpstr>Lucida Handwriting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AVEspía</dc:title>
  <dc:subject>PptxGenJS Presentation</dc:subject>
  <dc:creator>PptxGenJS</dc:creator>
  <cp:lastModifiedBy>Elián Gonzalo</cp:lastModifiedBy>
  <cp:revision>4</cp:revision>
  <dcterms:created xsi:type="dcterms:W3CDTF">2026-09-02T23:44:04Z</dcterms:created>
  <dcterms:modified xsi:type="dcterms:W3CDTF">2026-09-03T17:55:00Z</dcterms:modified>
</cp:coreProperties>
</file>